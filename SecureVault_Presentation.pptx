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3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928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futuristic_cybersecurity_data_vault_batch_1.png"/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8686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SecureVault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85800" y="160020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7FF"/>
                </a:solidFill>
              </a:rPr>
              <a:t>Secure Messaging / Vault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DCE7FF"/>
                </a:solidFill>
              </a:rPr>
              <a:t>CS 320 Programming Project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85800" y="25146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CE7FF"/>
                </a:solidFill>
              </a:rPr>
              <a:t>GUI · AES-based encryption · key handling · attack demo · functional tests</a:t>
            </a:r>
            <a:endParaRPr lang="en-US" sz="12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27A8D4C1-D122-77CF-261A-52E98BFD05E4}"/>
              </a:ext>
            </a:extLst>
          </p:cNvPr>
          <p:cNvSpPr/>
          <p:nvPr/>
        </p:nvSpPr>
        <p:spPr>
          <a:xfrm>
            <a:off x="588128" y="3520440"/>
            <a:ext cx="5045028" cy="1412804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" name="Text 3"/>
          <p:cNvSpPr/>
          <p:nvPr/>
        </p:nvSpPr>
        <p:spPr>
          <a:xfrm>
            <a:off x="685800" y="3246120"/>
            <a:ext cx="8412480" cy="1811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Group Members:</a:t>
            </a:r>
            <a:endParaRPr lang="ar-SA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Hassan Mohammed Alqahtani	223003175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Abdulaziz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Mathkar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Almutiri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223014463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Nawaf Sultan Alghamdi		223035370</a:t>
            </a:r>
            <a:endParaRPr lang="ar-SA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28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SecureVault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A"/>
                </a:solidFill>
              </a:rPr>
              <a:t>Project fit to the guideline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A"/>
                </a:solidFill>
              </a:rPr>
              <a:t>Built to match the programming-project checklist directly.</a:t>
            </a:r>
            <a:endParaRPr lang="en-US" sz="1150" dirty="0"/>
          </a:p>
        </p:txBody>
      </p:sp>
      <p:pic>
        <p:nvPicPr>
          <p:cNvPr id="6" name="Image 0" descr="/mnt/data/wide_clean_cybersecurity_technology_concept_scene_batch_2.png"/>
          <p:cNvPicPr>
            <a:picLocks noChangeAspect="1"/>
          </p:cNvPicPr>
          <p:nvPr/>
        </p:nvPicPr>
        <p:blipFill>
          <a:blip r:embed="rId3"/>
          <a:srcRect t="11806" b="11806"/>
          <a:stretch/>
        </p:blipFill>
        <p:spPr>
          <a:xfrm>
            <a:off x="6751320" y="1577340"/>
            <a:ext cx="4892040" cy="21031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Shape 4"/>
          <p:cNvSpPr/>
          <p:nvPr/>
        </p:nvSpPr>
        <p:spPr>
          <a:xfrm>
            <a:off x="548640" y="1371600"/>
            <a:ext cx="562356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GUI interface for messages and files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Encryption system with password-based key handling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Attack demo: wrong password and modified payload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10 functional tests with recorded results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GitHub-ready folder structure and demo video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Local and test data only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797040" y="40005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A"/>
                </a:solidFill>
              </a:rPr>
              <a:t>Core choice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797040" y="43205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4ECF"/>
                </a:solidFill>
              </a:rPr>
              <a:t>AES-256 for protecting local messages and local vault files.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797040" y="50520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7A"/>
                </a:solidFill>
              </a:rPr>
              <a:t>PBKDF2-HMAC-SHA256 derives the key from the user password before encryption.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28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SecureVault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A"/>
                </a:solidFill>
              </a:rPr>
              <a:t>System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A"/>
                </a:solidFill>
              </a:rPr>
              <a:t>Small layered structure so each module has one clear role.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878667" y="3217332"/>
            <a:ext cx="914400" cy="0"/>
          </a:xfrm>
          <a:prstGeom prst="line">
            <a:avLst/>
          </a:prstGeom>
          <a:noFill/>
          <a:ln w="12700">
            <a:solidFill>
              <a:srgbClr val="204E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SA"/>
          </a:p>
        </p:txBody>
      </p:sp>
      <p:sp>
        <p:nvSpPr>
          <p:cNvPr id="7" name="Shape 5"/>
          <p:cNvSpPr/>
          <p:nvPr/>
        </p:nvSpPr>
        <p:spPr>
          <a:xfrm>
            <a:off x="5748302" y="3217332"/>
            <a:ext cx="914400" cy="0"/>
          </a:xfrm>
          <a:prstGeom prst="line">
            <a:avLst/>
          </a:prstGeom>
          <a:noFill/>
          <a:ln w="12700">
            <a:solidFill>
              <a:srgbClr val="204E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SA"/>
          </a:p>
        </p:txBody>
      </p:sp>
      <p:sp>
        <p:nvSpPr>
          <p:cNvPr id="8" name="Shape 6"/>
          <p:cNvSpPr/>
          <p:nvPr/>
        </p:nvSpPr>
        <p:spPr>
          <a:xfrm>
            <a:off x="8667610" y="3217332"/>
            <a:ext cx="914400" cy="0"/>
          </a:xfrm>
          <a:prstGeom prst="line">
            <a:avLst/>
          </a:prstGeom>
          <a:noFill/>
          <a:ln w="12700">
            <a:solidFill>
              <a:srgbClr val="204E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ar-SA"/>
          </a:p>
        </p:txBody>
      </p:sp>
      <p:sp>
        <p:nvSpPr>
          <p:cNvPr id="9" name="Shape 7"/>
          <p:cNvSpPr/>
          <p:nvPr/>
        </p:nvSpPr>
        <p:spPr>
          <a:xfrm>
            <a:off x="1005728" y="2112264"/>
            <a:ext cx="1783080" cy="214884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 dirty="0"/>
          </a:p>
        </p:txBody>
      </p:sp>
      <p:sp>
        <p:nvSpPr>
          <p:cNvPr id="10" name="Text 8"/>
          <p:cNvSpPr/>
          <p:nvPr/>
        </p:nvSpPr>
        <p:spPr>
          <a:xfrm>
            <a:off x="1170320" y="2386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3A"/>
                </a:solidFill>
              </a:rPr>
              <a:t>GUI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2888" y="2935224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7A"/>
                </a:solidFill>
              </a:rPr>
              <a:t>Tkinter tabs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67A"/>
                </a:solidFill>
              </a:rPr>
              <a:t>Message · File · Attack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82926" y="2125980"/>
            <a:ext cx="1783080" cy="214884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3" name="Text 11"/>
          <p:cNvSpPr/>
          <p:nvPr/>
        </p:nvSpPr>
        <p:spPr>
          <a:xfrm>
            <a:off x="4047518" y="24003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3A"/>
                </a:solidFill>
              </a:rPr>
              <a:t>Crypto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20086" y="29489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7A"/>
                </a:solidFill>
              </a:rPr>
              <a:t>PBKDF2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67A"/>
                </a:solidFill>
              </a:rPr>
              <a:t>AES-256 encrypt/decrypt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747370" y="2125980"/>
            <a:ext cx="1783080" cy="214884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6" name="Text 14"/>
          <p:cNvSpPr/>
          <p:nvPr/>
        </p:nvSpPr>
        <p:spPr>
          <a:xfrm>
            <a:off x="6911962" y="24003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3A"/>
                </a:solidFill>
              </a:rPr>
              <a:t>Vault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84530" y="2948940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7A"/>
                </a:solidFill>
              </a:rPr>
              <a:t>Local .svault files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67A"/>
                </a:solidFill>
              </a:rPr>
              <a:t>JSON payloads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671304" y="2129084"/>
            <a:ext cx="1783080" cy="214884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9" name="Text 17"/>
          <p:cNvSpPr/>
          <p:nvPr/>
        </p:nvSpPr>
        <p:spPr>
          <a:xfrm>
            <a:off x="9835896" y="24034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A3A"/>
                </a:solidFill>
              </a:rPr>
              <a:t>Tests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08464" y="2952044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B667A"/>
                </a:solidFill>
              </a:rPr>
              <a:t>10 automated cases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B667A"/>
                </a:solidFill>
              </a:rPr>
              <a:t>pass/fail output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05840" y="49377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67A"/>
                </a:solidFill>
              </a:rPr>
              <a:t>The GUI collects input, the crypto layer protects content, the vault stores local files, and the tests verify both correct and incorrect behavior.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28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SecureVault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A"/>
                </a:solidFill>
              </a:rPr>
              <a:t>Message Vault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A"/>
                </a:solidFill>
              </a:rPr>
              <a:t>Encrypt plain text, show ciphertext, then recover it with the correct password.</a:t>
            </a:r>
            <a:endParaRPr lang="en-US" sz="1150" dirty="0"/>
          </a:p>
        </p:txBody>
      </p:sp>
      <p:pic>
        <p:nvPicPr>
          <p:cNvPr id="6" name="Image 0" descr="/mnt/data/securevault_project/screenshots/message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54128"/>
            <a:ext cx="6629400" cy="426978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Shape 4"/>
          <p:cNvSpPr/>
          <p:nvPr/>
        </p:nvSpPr>
        <p:spPr>
          <a:xfrm>
            <a:off x="7543800" y="1417320"/>
            <a:ext cx="3931920" cy="425196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5"/>
          <p:cNvSpPr/>
          <p:nvPr/>
        </p:nvSpPr>
        <p:spPr>
          <a:xfrm>
            <a:off x="7818120" y="182880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User writes the plaintext message.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Password is transformed into a key with PBKDF2.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AES-256 encrypts the padded message bytes.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Output is stored as a JSON ciphertext payload.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Correct password returns the original plaintext.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818120" y="4709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4ECF"/>
                </a:solidFill>
              </a:rPr>
              <a:t>What the lecturer sees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18120" y="49560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5B667A"/>
                </a:solidFill>
              </a:rPr>
              <a:t>Readable input turns into unreadable ciphertext, then returns only with the right secret.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28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SecureVault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A"/>
                </a:solidFill>
              </a:rPr>
              <a:t>File Vault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A"/>
                </a:solidFill>
              </a:rPr>
              <a:t>Local file protection using the same password-based workflow.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371600"/>
            <a:ext cx="3794760" cy="438912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A"/>
                </a:solidFill>
              </a:rPr>
              <a:t>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926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Choose a local test file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Derive a fresh key from the password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Encrypt the file bytes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Save to vault_data as .svault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Decrypt to recover the original filename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4800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4ECF"/>
                </a:solidFill>
              </a:rPr>
              <a:t>Safe scope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0474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A"/>
                </a:solidFill>
              </a:rPr>
              <a:t>The project uses only local and test files, matching the course safety rule.</a:t>
            </a:r>
            <a:endParaRPr lang="en-US" sz="1500" dirty="0"/>
          </a:p>
        </p:txBody>
      </p:sp>
      <p:pic>
        <p:nvPicPr>
          <p:cNvPr id="11" name="Image 0" descr="/mnt/data/securevault_project/screenshots/file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418095"/>
            <a:ext cx="6812280" cy="43875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28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SecureVault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A"/>
                </a:solidFill>
              </a:rPr>
              <a:t>Attack demo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A"/>
                </a:solidFill>
              </a:rPr>
              <a:t>The demo is defensive: it shows what fails when the secret is wrong.</a:t>
            </a:r>
            <a:endParaRPr lang="en-US" sz="1150" dirty="0"/>
          </a:p>
        </p:txBody>
      </p:sp>
      <p:pic>
        <p:nvPicPr>
          <p:cNvPr id="6" name="Image 0" descr="/mnt/data/securevault_project/screenshots/attack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40955"/>
            <a:ext cx="6812280" cy="438757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Shape 4"/>
          <p:cNvSpPr/>
          <p:nvPr/>
        </p:nvSpPr>
        <p:spPr>
          <a:xfrm>
            <a:off x="7635240" y="1463040"/>
            <a:ext cx="3794760" cy="434340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5"/>
          <p:cNvSpPr/>
          <p:nvPr/>
        </p:nvSpPr>
        <p:spPr>
          <a:xfrm>
            <a:off x="7909560" y="17830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A"/>
                </a:solidFill>
              </a:rPr>
              <a:t>Two checks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909560" y="210312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Wrong password → decryption fails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Tampered payload → decryption fails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E2A3A"/>
                </a:solidFill>
              </a:rPr>
              <a:t>No plaintext is shown to the attacker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909560" y="42519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4ECF"/>
                </a:solidFill>
              </a:rPr>
              <a:t>Why it matters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90956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67A"/>
                </a:solidFill>
              </a:rPr>
              <a:t>This proves that the vault does not reveal data unless the correct secret is provided.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128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28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SecureVault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A"/>
                </a:solidFill>
              </a:rPr>
              <a:t>Testing  &amp;  Results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67A"/>
                </a:solidFill>
              </a:rPr>
              <a:t>Automated tests cover both success and failure paths.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891540" y="3182112"/>
            <a:ext cx="10172662" cy="2852928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" name="Text 5"/>
          <p:cNvSpPr/>
          <p:nvPr/>
        </p:nvSpPr>
        <p:spPr>
          <a:xfrm>
            <a:off x="2194560" y="3994785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04ECF"/>
                </a:solidFill>
              </a:rPr>
              <a:t>10 / 10</a:t>
            </a:r>
            <a:endParaRPr lang="en-US" sz="5400" dirty="0"/>
          </a:p>
        </p:txBody>
      </p:sp>
      <p:sp>
        <p:nvSpPr>
          <p:cNvPr id="9" name="Text 6"/>
          <p:cNvSpPr/>
          <p:nvPr/>
        </p:nvSpPr>
        <p:spPr>
          <a:xfrm>
            <a:off x="2569846" y="460857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B667A"/>
                </a:solidFill>
              </a:rPr>
              <a:t>tests passed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508289" y="3263265"/>
            <a:ext cx="3878578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E2A3A"/>
                </a:solidFill>
              </a:rPr>
              <a:t>message round-trip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E2A3A"/>
                </a:solidFill>
              </a:rPr>
              <a:t>wrong password handling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E2A3A"/>
                </a:solidFill>
              </a:rPr>
              <a:t>tampered payload handling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E2A3A"/>
                </a:solidFill>
              </a:rPr>
              <a:t>file recovery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E2A3A"/>
                </a:solidFill>
              </a:rPr>
              <a:t>empty password rejection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1E2A3A"/>
                </a:solidFill>
              </a:rPr>
              <a:t>randomized ciphertext output</a:t>
            </a:r>
            <a:endParaRPr lang="en-US" sz="2000" dirty="0"/>
          </a:p>
        </p:txBody>
      </p:sp>
      <p:pic>
        <p:nvPicPr>
          <p:cNvPr id="14" name="صورة 13" descr="صورة تحتوي على نص, لقطة شاشة, الخط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57DE3E0D-FA24-24DA-E90A-541D1FCB2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293876"/>
            <a:ext cx="10172662" cy="16733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0" descr="/mnt/data/a_high_tech_futuristic_cybersecurity_data_vault_batch_1.png">
            <a:extLst>
              <a:ext uri="{FF2B5EF4-FFF2-40B4-BE49-F238E27FC236}">
                <a16:creationId xmlns:a16="http://schemas.microsoft.com/office/drawing/2014/main" id="{0739B97D-172E-F14D-B9E4-1D95639792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1161288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64282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SecureVault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825194" y="3383280"/>
            <a:ext cx="3035605" cy="13258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2F0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" name="Text 3"/>
          <p:cNvSpPr/>
          <p:nvPr/>
        </p:nvSpPr>
        <p:spPr>
          <a:xfrm>
            <a:off x="914400" y="1325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Conclusion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1485900"/>
            <a:ext cx="3886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chemeClr val="bg1"/>
                </a:solidFill>
              </a:rPr>
              <a:t>SecureVault satisfies the selected project idea with a working GUI, AES-based protection, key handling, attack demonstration, test cases, a report, and a video demo package.</a:t>
            </a:r>
          </a:p>
        </p:txBody>
      </p:sp>
      <p:sp>
        <p:nvSpPr>
          <p:cNvPr id="8" name="Text 5"/>
          <p:cNvSpPr/>
          <p:nvPr/>
        </p:nvSpPr>
        <p:spPr>
          <a:xfrm>
            <a:off x="914400" y="3293181"/>
            <a:ext cx="3273778" cy="454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70C0"/>
                </a:solidFill>
              </a:rPr>
              <a:t>Recommended live demo order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914400" y="3734929"/>
            <a:ext cx="3840480" cy="942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1) message vault</a:t>
            </a:r>
          </a:p>
          <a:p>
            <a:pPr marL="0" indent="0">
              <a:buNone/>
            </a:pPr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2) file vault </a:t>
            </a:r>
          </a:p>
          <a:p>
            <a:pPr marL="0" indent="0">
              <a:buNone/>
            </a:pPr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3) attack demo</a:t>
            </a:r>
          </a:p>
          <a:p>
            <a:pPr marL="0" indent="0">
              <a:buNone/>
            </a:pPr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4)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478</Words>
  <Application>Microsoft Macintosh PowerPoint</Application>
  <PresentationFormat>شاشة عريضة</PresentationFormat>
  <Paragraphs>100</Paragraphs>
  <Slides>8</Slides>
  <Notes>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SecureVault</dc:title>
  <dc:subject>SecureVault CS320 project presentation</dc:subject>
  <dc:creator>OpenAI</dc:creator>
  <cp:lastModifiedBy>جوهرة آل ظاهر</cp:lastModifiedBy>
  <cp:revision>4</cp:revision>
  <dcterms:created xsi:type="dcterms:W3CDTF">2026-05-02T02:39:03Z</dcterms:created>
  <dcterms:modified xsi:type="dcterms:W3CDTF">2026-05-02T06:54:20Z</dcterms:modified>
</cp:coreProperties>
</file>